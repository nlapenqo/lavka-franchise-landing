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Служебный слайд. Удалить из готовой презентации.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Обложка. Заменить заголовок, подзаголовок и имя спикера. Фон — тёмный, всегда.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Разделитель раздела. Ставить между смысловыми частями. Номер — по порядку.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Рабочий слайд — 80% презентации. Три кегля: 28 заголовок, 12 лид, 10 текст.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с цифрами. Максимум три. Цифра — 80 pt, подпись — 12 pt, пояснение — 9 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Финал. Тёмный, с логотипом. Заменить текст и контакты.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635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>
                <a:solidFill>
                  <a:srgbClr val="1B3A6A"/>
                </a:solidFill>
                <a:latin typeface="YS Geo Black"/>
              </a:rPr>
              <a:t>Шпаргалка: всё, что нужно помнить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003300"/>
            <a:ext cx="711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5A749B"/>
                </a:solidFill>
                <a:latin typeface="YS Geo Regular"/>
              </a:rPr>
              <a:t>Этот слайд удалить из готового файла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3970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cap="all" spc="120">
                <a:solidFill>
                  <a:srgbClr val="1B3A6A"/>
                </a:solidFill>
                <a:latin typeface="YS Geo Medium"/>
              </a:rPr>
              <a:t>Палитра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1625600"/>
            <a:ext cx="863600" cy="431800"/>
          </a:xfrm>
          <a:prstGeom prst="roundRect">
            <a:avLst>
              <a:gd name="adj" fmla="val 6000"/>
            </a:avLst>
          </a:prstGeom>
          <a:solidFill>
            <a:srgbClr val="1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" y="2120900"/>
            <a:ext cx="889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>
                <a:solidFill>
                  <a:srgbClr val="1B3A6A"/>
                </a:solidFill>
                <a:latin typeface="YS Geo Medium"/>
              </a:rPr>
              <a:t>#1B3A6A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235200"/>
            <a:ext cx="939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>
                <a:solidFill>
                  <a:srgbClr val="5A749B"/>
                </a:solidFill>
                <a:latin typeface="YS Geo Regular"/>
              </a:rPr>
              <a:t>основной, текст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74800" y="1625600"/>
            <a:ext cx="863600" cy="431800"/>
          </a:xfrm>
          <a:prstGeom prst="roundRect">
            <a:avLst>
              <a:gd name="adj" fmla="val 6000"/>
            </a:avLst>
          </a:prstGeom>
          <a:solidFill>
            <a:srgbClr val="00A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74800" y="2120900"/>
            <a:ext cx="889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>
                <a:solidFill>
                  <a:srgbClr val="1B3A6A"/>
                </a:solidFill>
                <a:latin typeface="YS Geo Medium"/>
              </a:rPr>
              <a:t>#00ADFF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4800" y="2235200"/>
            <a:ext cx="939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>
                <a:solidFill>
                  <a:srgbClr val="5A749B"/>
                </a:solidFill>
                <a:latin typeface="YS Geo Regular"/>
              </a:rPr>
              <a:t>акцент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78100" y="1625600"/>
            <a:ext cx="863600" cy="431800"/>
          </a:xfrm>
          <a:prstGeom prst="roundRect">
            <a:avLst>
              <a:gd name="adj" fmla="val 6000"/>
            </a:avLst>
          </a:prstGeom>
          <a:solidFill>
            <a:srgbClr val="AAD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78100" y="2120900"/>
            <a:ext cx="889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>
                <a:solidFill>
                  <a:srgbClr val="1B3A6A"/>
                </a:solidFill>
                <a:latin typeface="YS Geo Medium"/>
              </a:rPr>
              <a:t>#AAD9FC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8100" y="2235200"/>
            <a:ext cx="939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>
                <a:solidFill>
                  <a:srgbClr val="5A749B"/>
                </a:solidFill>
                <a:latin typeface="YS Geo Regular"/>
              </a:rPr>
              <a:t>плашки, линии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81400" y="1625600"/>
            <a:ext cx="863600" cy="431800"/>
          </a:xfrm>
          <a:prstGeom prst="roundRect">
            <a:avLst>
              <a:gd name="adj" fmla="val 6000"/>
            </a:avLst>
          </a:prstGeom>
          <a:solidFill>
            <a:srgbClr val="F2F7FC"/>
          </a:solidFill>
          <a:ln>
            <a:solidFill>
              <a:srgbClr val="AAD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1400" y="2120900"/>
            <a:ext cx="889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>
                <a:solidFill>
                  <a:srgbClr val="1B3A6A"/>
                </a:solidFill>
                <a:latin typeface="YS Geo Medium"/>
              </a:rPr>
              <a:t>#F2F7FC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1400" y="2235200"/>
            <a:ext cx="939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>
                <a:solidFill>
                  <a:srgbClr val="5A749B"/>
                </a:solidFill>
                <a:latin typeface="YS Geo Regular"/>
              </a:rPr>
              <a:t>фон светлых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84700" y="1625600"/>
            <a:ext cx="863600" cy="431800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solidFill>
              <a:srgbClr val="AAD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84700" y="2120900"/>
            <a:ext cx="889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>
                <a:solidFill>
                  <a:srgbClr val="1B3A6A"/>
                </a:solidFill>
                <a:latin typeface="YS Geo Medium"/>
              </a:rPr>
              <a:t>#EAF3FC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4700" y="2235200"/>
            <a:ext cx="939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>
                <a:solidFill>
                  <a:srgbClr val="5A749B"/>
                </a:solidFill>
                <a:latin typeface="YS Geo Regular"/>
              </a:rPr>
              <a:t>карточки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88000" y="1625600"/>
            <a:ext cx="863600" cy="431800"/>
          </a:xfrm>
          <a:prstGeom prst="roundRect">
            <a:avLst>
              <a:gd name="adj" fmla="val 6000"/>
            </a:avLst>
          </a:prstGeom>
          <a:solidFill>
            <a:srgbClr val="5A7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88000" y="2120900"/>
            <a:ext cx="889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>
                <a:solidFill>
                  <a:srgbClr val="1B3A6A"/>
                </a:solidFill>
                <a:latin typeface="YS Geo Medium"/>
              </a:rPr>
              <a:t>#5A749B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88000" y="2235200"/>
            <a:ext cx="939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>
                <a:solidFill>
                  <a:srgbClr val="5A749B"/>
                </a:solidFill>
                <a:latin typeface="YS Geo Regular"/>
              </a:rPr>
              <a:t>второй текст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91300" y="1625600"/>
            <a:ext cx="863600" cy="431800"/>
          </a:xfrm>
          <a:prstGeom prst="roundRect">
            <a:avLst>
              <a:gd name="adj" fmla="val 6000"/>
            </a:avLst>
          </a:prstGeom>
          <a:solidFill>
            <a:srgbClr val="A7B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1300" y="2120900"/>
            <a:ext cx="889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>
                <a:solidFill>
                  <a:srgbClr val="1B3A6A"/>
                </a:solidFill>
                <a:latin typeface="YS Geo Medium"/>
              </a:rPr>
              <a:t>#A7BEE0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91300" y="2235200"/>
            <a:ext cx="939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>
                <a:solidFill>
                  <a:srgbClr val="5A749B"/>
                </a:solidFill>
                <a:latin typeface="YS Geo Regular"/>
              </a:rPr>
              <a:t>второй на тёмном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94600" y="1625600"/>
            <a:ext cx="863600" cy="431800"/>
          </a:xfrm>
          <a:prstGeom prst="roundRect">
            <a:avLst>
              <a:gd name="adj" fmla="val 6000"/>
            </a:avLst>
          </a:prstGeom>
          <a:solidFill>
            <a:srgbClr val="FF6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94600" y="2120900"/>
            <a:ext cx="889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>
                <a:solidFill>
                  <a:srgbClr val="1B3A6A"/>
                </a:solidFill>
                <a:latin typeface="YS Geo Medium"/>
              </a:rPr>
              <a:t>#FF6D2F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94600" y="2235200"/>
            <a:ext cx="939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>
                <a:solidFill>
                  <a:srgbClr val="5A749B"/>
                </a:solidFill>
                <a:latin typeface="YS Geo Regular"/>
              </a:rPr>
              <a:t>только метки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" y="26924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cap="all" spc="120">
                <a:solidFill>
                  <a:srgbClr val="1B3A6A"/>
                </a:solidFill>
                <a:latin typeface="YS Geo Medium"/>
              </a:rPr>
              <a:t>Кегли — других не бывает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" y="2946400"/>
            <a:ext cx="508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00ADFF"/>
                </a:solidFill>
                <a:latin typeface="YS Geo Black"/>
              </a:rPr>
              <a:t>80 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1900" y="2946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1B3A6A"/>
                </a:solidFill>
                <a:latin typeface="YS Geo Black"/>
              </a:rPr>
              <a:t>акцентная цифра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1500" y="3225800"/>
            <a:ext cx="508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00ADFF"/>
                </a:solidFill>
                <a:latin typeface="YS Geo Black"/>
              </a:rPr>
              <a:t>56 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1900" y="32258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1B3A6A"/>
                </a:solidFill>
                <a:latin typeface="YS Geo Black"/>
              </a:rPr>
              <a:t>заголовок обложки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00" y="3505200"/>
            <a:ext cx="508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00ADFF"/>
                </a:solidFill>
                <a:latin typeface="YS Geo Black"/>
              </a:rPr>
              <a:t>28 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1900" y="35052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1B3A6A"/>
                </a:solidFill>
                <a:latin typeface="YS Geo Black"/>
              </a:rPr>
              <a:t>заголовок слайда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" y="3784600"/>
            <a:ext cx="508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00ADFF"/>
                </a:solidFill>
                <a:latin typeface="YS Geo Black"/>
              </a:rPr>
              <a:t>12 pt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1900" y="37846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1B3A6A"/>
                </a:solidFill>
                <a:latin typeface="YS Geo Medium"/>
              </a:rPr>
              <a:t>подзаголовок, лид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1500" y="4064000"/>
            <a:ext cx="508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00ADFF"/>
                </a:solidFill>
                <a:latin typeface="YS Geo Black"/>
              </a:rPr>
              <a:t>10 pt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31900" y="40640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1B3A6A"/>
                </a:solidFill>
                <a:latin typeface="YS Geo Regular"/>
              </a:rPr>
              <a:t>основной текст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26924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cap="all" spc="120">
                <a:solidFill>
                  <a:srgbClr val="1B3A6A"/>
                </a:solidFill>
                <a:latin typeface="YS Geo Medium"/>
              </a:rPr>
              <a:t>Шрифт — только YS Geo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2946400"/>
            <a:ext cx="1778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1B3A6A"/>
                </a:solidFill>
                <a:latin typeface="YS Geo Black"/>
              </a:rPr>
              <a:t>Black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69000" y="2946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5A749B"/>
                </a:solidFill>
                <a:latin typeface="YS Geo Regular"/>
              </a:rPr>
              <a:t>заголовки, цифры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3225800"/>
            <a:ext cx="1778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1B3A6A"/>
                </a:solidFill>
                <a:latin typeface="YS Geo Medium"/>
              </a:rPr>
              <a:t>Medium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69000" y="32258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5A749B"/>
                </a:solidFill>
                <a:latin typeface="YS Geo Regular"/>
              </a:rPr>
              <a:t>подзаголовки, подписи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505200"/>
            <a:ext cx="1778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1B3A6A"/>
                </a:solidFill>
                <a:latin typeface="YS Geo Regular"/>
              </a:rPr>
              <a:t>Regular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69000" y="35052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5A749B"/>
                </a:solidFill>
                <a:latin typeface="YS Geo Regular"/>
              </a:rPr>
              <a:t>текст и списки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0" y="3810000"/>
            <a:ext cx="4000500" cy="711200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24400" y="3962400"/>
            <a:ext cx="36957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>
                <a:solidFill>
                  <a:srgbClr val="1B3A6A"/>
                </a:solidFill>
                <a:latin typeface="YS Geo Regular"/>
              </a:rPr>
              <a:t>Поле слайда 1,6 см. Знак — правый верхний угол, 1,2 см.</a:t>
            </a:r>
          </a:p>
          <a:p>
            <a:pPr algn="l">
              <a:lnSpc>
                <a:spcPct val="130000"/>
              </a:lnSpc>
            </a:pPr>
            <a:r>
              <a:rPr sz="900">
                <a:solidFill>
                  <a:srgbClr val="1B3A6A"/>
                </a:solidFill>
                <a:latin typeface="YS Geo Regular"/>
              </a:rPr>
              <a:t>Заголовок ≤ 2 строк, без точки. Одна мысль на слайд.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1500" y="4292600"/>
            <a:ext cx="8001000" cy="9525"/>
          </a:xfrm>
          <a:prstGeom prst="rect">
            <a:avLst/>
          </a:prstGeom>
          <a:solidFill>
            <a:srgbClr val="AAD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1500" y="4394200"/>
            <a:ext cx="508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cap="all" spc="120">
                <a:solidFill>
                  <a:srgbClr val="5A749B"/>
                </a:solidFill>
                <a:latin typeface="YS Geo Medium"/>
              </a:rPr>
              <a:t>Шаблон презентации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64500" y="4394200"/>
            <a:ext cx="508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>
                <a:solidFill>
                  <a:srgbClr val="5A749B"/>
                </a:solidFill>
                <a:latin typeface="YS Geo Medium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6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71500"/>
            <a:ext cx="3693795" cy="355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24500" y="647700"/>
            <a:ext cx="304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cap="all" spc="120">
                <a:solidFill>
                  <a:srgbClr val="AAD9FC"/>
                </a:solidFill>
                <a:latin typeface="YS Geo Medium"/>
              </a:rPr>
              <a:t>День партнёров · 27 августа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905000"/>
            <a:ext cx="711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5600">
                <a:solidFill>
                  <a:srgbClr val="FFFFFF"/>
                </a:solidFill>
                <a:latin typeface="YS Geo Black"/>
              </a:rPr>
              <a:t>Заголовок</a:t>
            </a:r>
          </a:p>
          <a:p>
            <a:pPr algn="l">
              <a:lnSpc>
                <a:spcPct val="92000"/>
              </a:lnSpc>
            </a:pPr>
            <a:r>
              <a:rPr sz="5600">
                <a:solidFill>
                  <a:srgbClr val="FFFFFF"/>
                </a:solidFill>
                <a:latin typeface="YS Geo Black"/>
              </a:rPr>
              <a:t>выступления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454400"/>
            <a:ext cx="5334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A7BEE0"/>
                </a:solidFill>
                <a:latin typeface="YS Geo Medium"/>
              </a:rPr>
              <a:t>Подзаголовок в одну-две строки: о чём выступление и зачем его слушать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4089400"/>
            <a:ext cx="2667000" cy="355600"/>
          </a:xfrm>
          <a:prstGeom prst="roundRect">
            <a:avLst>
              <a:gd name="adj" fmla="val 6000"/>
            </a:avLst>
          </a:prstGeom>
          <a:solidFill>
            <a:srgbClr val="00A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" y="4203700"/>
            <a:ext cx="2413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FFFFFF"/>
                </a:solidFill>
                <a:latin typeface="YS Geo Medium"/>
              </a:rPr>
              <a:t>Имя Фамилия · роль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6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381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cap="all" spc="120">
                <a:solidFill>
                  <a:srgbClr val="AAD9FC"/>
                </a:solidFill>
                <a:latin typeface="YS Geo Medium"/>
              </a:rPr>
              <a:t>Раздел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2667000"/>
            <a:ext cx="1778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000">
                <a:solidFill>
                  <a:srgbClr val="00ADFF"/>
                </a:solidFill>
                <a:latin typeface="YS Geo Black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22500" y="2946400"/>
            <a:ext cx="5588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>
                <a:solidFill>
                  <a:srgbClr val="FFFFFF"/>
                </a:solidFill>
                <a:latin typeface="YS Geo Black"/>
              </a:rPr>
              <a:t>Название раздела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0700" y="571500"/>
            <a:ext cx="431800" cy="431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381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cap="all" spc="120">
                <a:solidFill>
                  <a:srgbClr val="5A749B"/>
                </a:solidFill>
                <a:latin typeface="YS Geo Medium"/>
              </a:rPr>
              <a:t>Название раздела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016000"/>
            <a:ext cx="6858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>
                <a:solidFill>
                  <a:srgbClr val="1B3A6A"/>
                </a:solidFill>
                <a:latin typeface="YS Geo Black"/>
              </a:rPr>
              <a:t>Заголовок слайда — коротко и громко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574800"/>
            <a:ext cx="609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5A749B"/>
                </a:solidFill>
                <a:latin typeface="YS Geo Medium"/>
              </a:rPr>
              <a:t>Подзаголовок: одна мысль, которую слайд доказывает</a:t>
            </a:r>
          </a:p>
        </p:txBody>
      </p:sp>
      <p:sp>
        <p:nvSpPr>
          <p:cNvPr id="6" name="Oval 5"/>
          <p:cNvSpPr/>
          <p:nvPr/>
        </p:nvSpPr>
        <p:spPr>
          <a:xfrm>
            <a:off x="571500" y="2286000"/>
            <a:ext cx="76200" cy="76200"/>
          </a:xfrm>
          <a:prstGeom prst="ellipse">
            <a:avLst/>
          </a:prstGeom>
          <a:solidFill>
            <a:srgbClr val="00A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4700" y="2235200"/>
            <a:ext cx="5334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>
                <a:solidFill>
                  <a:srgbClr val="1B3A6A"/>
                </a:solidFill>
                <a:latin typeface="YS Geo Regular"/>
              </a:rPr>
              <a:t>Первый пункт списка — не длиннее двух строк</a:t>
            </a:r>
          </a:p>
        </p:txBody>
      </p:sp>
      <p:sp>
        <p:nvSpPr>
          <p:cNvPr id="8" name="Oval 7"/>
          <p:cNvSpPr/>
          <p:nvPr/>
        </p:nvSpPr>
        <p:spPr>
          <a:xfrm>
            <a:off x="571500" y="2616200"/>
            <a:ext cx="76200" cy="76200"/>
          </a:xfrm>
          <a:prstGeom prst="ellipse">
            <a:avLst/>
          </a:prstGeom>
          <a:solidFill>
            <a:srgbClr val="00A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4700" y="2565400"/>
            <a:ext cx="5334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>
                <a:solidFill>
                  <a:srgbClr val="1B3A6A"/>
                </a:solidFill>
                <a:latin typeface="YS Geo Regular"/>
              </a:rPr>
              <a:t>Второй пункт: по делу, без вводных слов</a:t>
            </a:r>
          </a:p>
        </p:txBody>
      </p:sp>
      <p:sp>
        <p:nvSpPr>
          <p:cNvPr id="10" name="Oval 9"/>
          <p:cNvSpPr/>
          <p:nvPr/>
        </p:nvSpPr>
        <p:spPr>
          <a:xfrm>
            <a:off x="571500" y="2946400"/>
            <a:ext cx="76200" cy="76200"/>
          </a:xfrm>
          <a:prstGeom prst="ellipse">
            <a:avLst/>
          </a:prstGeom>
          <a:solidFill>
            <a:srgbClr val="00A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700" y="2895600"/>
            <a:ext cx="5334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>
                <a:solidFill>
                  <a:srgbClr val="1B3A6A"/>
                </a:solidFill>
                <a:latin typeface="YS Geo Regular"/>
              </a:rPr>
              <a:t>Третий пункт. Всего пунктов не больше шести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0000" y="2235200"/>
            <a:ext cx="2222500" cy="1270000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2400" y="2387600"/>
            <a:ext cx="1917700" cy="990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>
                <a:solidFill>
                  <a:srgbClr val="5A749B"/>
                </a:solidFill>
                <a:latin typeface="YS Geo Regular"/>
              </a:rPr>
              <a:t>Карточка для второстепенного блока: цитаты, сноски, примера.</a:t>
            </a:r>
          </a:p>
          <a:p>
            <a:pPr algn="l">
              <a:lnSpc>
                <a:spcPct val="130000"/>
              </a:lnSpc>
            </a:pPr>
            <a:r>
              <a:rPr sz="900">
                <a:solidFill>
                  <a:srgbClr val="5A749B"/>
                </a:solidFill>
                <a:latin typeface="YS Geo Regular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900">
                <a:solidFill>
                  <a:srgbClr val="5A749B"/>
                </a:solidFill>
                <a:latin typeface="YS Geo Regular"/>
              </a:rPr>
              <a:t>Если нет картинки — оставить пустое место, это лучше стока.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4292600"/>
            <a:ext cx="8001000" cy="9525"/>
          </a:xfrm>
          <a:prstGeom prst="rect">
            <a:avLst/>
          </a:prstGeom>
          <a:solidFill>
            <a:srgbClr val="AAD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" y="4394200"/>
            <a:ext cx="508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cap="all" spc="120">
                <a:solidFill>
                  <a:srgbClr val="5A749B"/>
                </a:solidFill>
                <a:latin typeface="YS Geo Medium"/>
              </a:rPr>
              <a:t>Название выступления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4500" y="4394200"/>
            <a:ext cx="508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>
                <a:solidFill>
                  <a:srgbClr val="5A749B"/>
                </a:solidFill>
                <a:latin typeface="YS Geo Medium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0700" y="571500"/>
            <a:ext cx="431800" cy="431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381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cap="all" spc="120">
                <a:solidFill>
                  <a:srgbClr val="5A749B"/>
                </a:solidFill>
                <a:latin typeface="YS Geo Medium"/>
              </a:rPr>
              <a:t>Раздел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016000"/>
            <a:ext cx="635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>
                <a:solidFill>
                  <a:srgbClr val="1B3A6A"/>
                </a:solidFill>
                <a:latin typeface="YS Geo Black"/>
              </a:rPr>
              <a:t>Заголовок блока с цифрами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1778000"/>
            <a:ext cx="2565400" cy="1905000"/>
          </a:xfrm>
          <a:prstGeom prst="roundRect">
            <a:avLst>
              <a:gd name="adj" fmla="val 6000"/>
            </a:avLst>
          </a:prstGeom>
          <a:solidFill>
            <a:srgbClr val="1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" y="2057400"/>
            <a:ext cx="25654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8000">
                <a:solidFill>
                  <a:srgbClr val="FFFFFF"/>
                </a:solidFill>
                <a:latin typeface="YS Geo Black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946400"/>
            <a:ext cx="2565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>
                <a:solidFill>
                  <a:srgbClr val="FFFFFF"/>
                </a:solidFill>
                <a:latin typeface="YS Geo Medium"/>
              </a:rPr>
              <a:t>городов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300" y="3225800"/>
            <a:ext cx="2209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>
                <a:solidFill>
                  <a:srgbClr val="A7BEE0"/>
                </a:solidFill>
                <a:latin typeface="YS Geo Regular"/>
              </a:rPr>
              <a:t>где уже работает сервис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89300" y="1778000"/>
            <a:ext cx="2565400" cy="1905000"/>
          </a:xfrm>
          <a:prstGeom prst="roundRect">
            <a:avLst>
              <a:gd name="adj" fmla="val 6000"/>
            </a:avLst>
          </a:prstGeom>
          <a:solidFill>
            <a:srgbClr val="1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89300" y="2057400"/>
            <a:ext cx="25654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8000">
                <a:solidFill>
                  <a:srgbClr val="FFFFFF"/>
                </a:solidFill>
                <a:latin typeface="YS Geo Black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89300" y="2946400"/>
            <a:ext cx="2565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>
                <a:solidFill>
                  <a:srgbClr val="FFFFFF"/>
                </a:solidFill>
                <a:latin typeface="YS Geo Medium"/>
              </a:rPr>
              <a:t>запусков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7100" y="3225800"/>
            <a:ext cx="2209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>
                <a:solidFill>
                  <a:srgbClr val="A7BEE0"/>
                </a:solidFill>
                <a:latin typeface="YS Geo Regular"/>
              </a:rPr>
              <a:t>по франшизе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100" y="1778000"/>
            <a:ext cx="2565400" cy="1905000"/>
          </a:xfrm>
          <a:prstGeom prst="roundRect">
            <a:avLst>
              <a:gd name="adj" fmla="val 6000"/>
            </a:avLst>
          </a:prstGeom>
          <a:solidFill>
            <a:srgbClr val="1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07100" y="2057400"/>
            <a:ext cx="25654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8000">
                <a:solidFill>
                  <a:srgbClr val="FFFFFF"/>
                </a:solidFill>
                <a:latin typeface="YS Geo Black"/>
              </a:rPr>
              <a:t>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07100" y="2946400"/>
            <a:ext cx="2565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>
                <a:solidFill>
                  <a:srgbClr val="FFFFFF"/>
                </a:solidFill>
                <a:latin typeface="YS Geo Medium"/>
              </a:rPr>
              <a:t>партнёров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4900" y="3225800"/>
            <a:ext cx="2209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>
                <a:solidFill>
                  <a:srgbClr val="A7BEE0"/>
                </a:solidFill>
                <a:latin typeface="YS Geo Regular"/>
              </a:rPr>
              <a:t>ищем прямо сейчас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4292600"/>
            <a:ext cx="8001000" cy="9525"/>
          </a:xfrm>
          <a:prstGeom prst="rect">
            <a:avLst/>
          </a:prstGeom>
          <a:solidFill>
            <a:srgbClr val="AAD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" y="4394200"/>
            <a:ext cx="508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cap="all" spc="120">
                <a:solidFill>
                  <a:srgbClr val="5A749B"/>
                </a:solidFill>
                <a:latin typeface="YS Geo Medium"/>
              </a:rPr>
              <a:t>Название выступления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4500" y="4394200"/>
            <a:ext cx="508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>
                <a:solidFill>
                  <a:srgbClr val="5A749B"/>
                </a:solidFill>
                <a:latin typeface="YS Geo Medium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6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71500"/>
            <a:ext cx="3693795" cy="355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540000"/>
            <a:ext cx="6350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5600">
                <a:solidFill>
                  <a:srgbClr val="FFFFFF"/>
                </a:solidFill>
                <a:latin typeface="YS Geo Black"/>
              </a:rPr>
              <a:t>Спасибо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657600"/>
            <a:ext cx="609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A7BEE0"/>
                </a:solidFill>
                <a:latin typeface="YS Geo Medium"/>
              </a:rPr>
              <a:t>Имя Фамилия · роль · контакт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